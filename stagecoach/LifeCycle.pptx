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5648-9D4E-074B-9360-51EC3C78E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1EC54-1564-748F-D9EC-AA10E8456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BFB14-C9F2-D0BD-569A-9028BA1D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E6EF0-522C-BA9C-423E-85A413C87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0973F-5DD5-07E5-BBB1-EA277F02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096DE-9654-56EC-20D0-76B02E45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C25DB-FFF9-A630-9CE7-0AE94D74F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505F0-FC9F-5CD4-9290-B02A8ACA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D979-ED6F-BB03-DBD6-7EF05450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7CF0B-E4C7-81D0-488F-394488CB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5CB7-95F9-B7A2-1503-FC04826B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5CDBA-258B-B5DC-657D-B63B72700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CF337-EAF6-3EA3-A25C-84A1A1DF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C77C9-E28D-4F8C-CB58-ADB94909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AE26A-ADA8-1713-8DC2-84B3F724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9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F13A-7371-466B-A985-9B6F997B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FFB1-D702-A871-ECBF-7F8AFEB7E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06B83-8FA9-70B0-550B-C6301D38F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5B890-2411-A343-0EF5-F269F8E5E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8D09D-B305-2019-2129-13D2FC6D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41076-5575-E65E-5C27-D3BABFA5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7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E28D-3458-01E6-1640-45FD472D5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F257C-113F-ADF7-9373-09ED8D8AE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59459-FE9D-1BF2-0003-D0F638032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85105-1E42-14F5-EFB5-45DE2ED7C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959FC-A784-F351-BFC3-537B33B67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35783-B559-42FD-0ADD-AA20FC1B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69C00-5567-B1E2-0906-21B7A7EC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2099D-8B0D-14F9-7D07-B34B80D4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7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3253-7C6D-976F-4D72-716F67C7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0B45C-D73B-E709-C3F3-FEA5EEC8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DEE22-070D-D536-266C-9879A530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3B0C2-967C-442F-C258-D85BC6F8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6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F9423-9035-96B0-A4C8-42B2FE15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E84B2-1AEF-7A66-C41E-C0EB07B9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B8076-2E69-3F4A-E065-BD70F7E2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4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C0DE3-6486-A04B-7DF9-2B8BC140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34920-07E2-0D93-7775-6FE714D7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DBDAE-7F59-5C51-EBF7-4265C96B3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7279A-6F51-F2DC-EBE9-4E3C2A9D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E6226-D638-FEB8-B5FB-E5CCFF46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D5721-EA57-9445-7D05-E3646E38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46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5D48-3C5D-3E1C-9DE9-B9EFF91C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A8DAB-6654-F919-87FC-58BAC3188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A4248-29F2-C5FF-0EF5-02BAB33F7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F2320-0BE2-3D93-83AD-A99247A1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191C0-EC20-1FC3-6F1F-7A4C4C00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2917C-1AA6-8182-5E56-55196E0F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5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B6E7-DF2F-F643-694A-E357B6DA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DDAEE-1E92-264F-7CAA-D39C82DE4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FF4E-55A5-5FB8-EF13-45716C2B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2DE4B-0BB9-5C10-3511-00A481EA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6253-E1AE-5BB2-6FA9-1F641A16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1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AD67ED-FF30-EF09-399B-0FF42FF40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9DD89-C849-3CA0-1CD9-1F935A8A7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0AB2A-6705-0DCE-E69B-FED36F15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34C6-83E1-F2CD-4134-1F4BE69E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E611F-8FC4-9C0F-CDF5-9988D5EE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4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B4AFD-AC92-1F68-AAF8-65F793E7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8BE9B-870B-0D75-5F95-9CD4D2FD5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C0C3-9C81-BAB3-264E-E51AD04D8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F9BA2-E8F0-4948-8A33-F82162E0594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23255-F837-9DB3-1C02-6D159BE1F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55AE0-208A-9780-7299-35A8C62A0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0495B-308D-4C0C-9533-C5FCDBEDB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0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2DC1AD-CA65-35F0-F811-D4E29856BEDA}"/>
              </a:ext>
            </a:extLst>
          </p:cNvPr>
          <p:cNvSpPr txBox="1"/>
          <p:nvPr/>
        </p:nvSpPr>
        <p:spPr>
          <a:xfrm>
            <a:off x="2162175" y="2819400"/>
            <a:ext cx="57179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1A1472-1037-7A80-4AA3-9422E03DFFF4}"/>
              </a:ext>
            </a:extLst>
          </p:cNvPr>
          <p:cNvCxnSpPr>
            <a:stCxn id="4" idx="3"/>
          </p:cNvCxnSpPr>
          <p:nvPr/>
        </p:nvCxnSpPr>
        <p:spPr>
          <a:xfrm>
            <a:off x="2733965" y="3142566"/>
            <a:ext cx="683490" cy="7034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A7A9EB-10AC-D973-15EC-CBA1F3F2BF34}"/>
              </a:ext>
            </a:extLst>
          </p:cNvPr>
          <p:cNvSpPr txBox="1"/>
          <p:nvPr/>
        </p:nvSpPr>
        <p:spPr>
          <a:xfrm>
            <a:off x="5067447" y="4181764"/>
            <a:ext cx="57179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F9B7A-8406-530B-7EF1-10C32D3F993F}"/>
              </a:ext>
            </a:extLst>
          </p:cNvPr>
          <p:cNvSpPr txBox="1"/>
          <p:nvPr/>
        </p:nvSpPr>
        <p:spPr>
          <a:xfrm>
            <a:off x="5049409" y="1519596"/>
            <a:ext cx="57179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2F320-3B87-51B4-F372-3CD6D335D2E2}"/>
              </a:ext>
            </a:extLst>
          </p:cNvPr>
          <p:cNvSpPr txBox="1"/>
          <p:nvPr/>
        </p:nvSpPr>
        <p:spPr>
          <a:xfrm>
            <a:off x="3417455" y="2830731"/>
            <a:ext cx="57179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FA667-BCE5-E635-D884-1A4779BB0DF3}"/>
              </a:ext>
            </a:extLst>
          </p:cNvPr>
          <p:cNvSpPr txBox="1"/>
          <p:nvPr/>
        </p:nvSpPr>
        <p:spPr>
          <a:xfrm>
            <a:off x="6641817" y="1517287"/>
            <a:ext cx="571790" cy="646331"/>
          </a:xfrm>
          <a:prstGeom prst="rect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C03423-E31C-3C32-C0EE-CE21F1CD5471}"/>
              </a:ext>
            </a:extLst>
          </p:cNvPr>
          <p:cNvSpPr txBox="1"/>
          <p:nvPr/>
        </p:nvSpPr>
        <p:spPr>
          <a:xfrm>
            <a:off x="5043922" y="2844907"/>
            <a:ext cx="57179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46D48D-8578-8122-2A23-D7E8F710EBE4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3989245" y="1842762"/>
            <a:ext cx="1060164" cy="1311135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6E7731-308E-9A28-9256-9470C1DE307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016955" y="3168073"/>
            <a:ext cx="1026967" cy="6927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144814-67D0-1F1F-2889-7644A8EA387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012770" y="3235626"/>
            <a:ext cx="1054677" cy="1269304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47D0C3-1463-F52E-83DD-91750110BC2E}"/>
              </a:ext>
            </a:extLst>
          </p:cNvPr>
          <p:cNvCxnSpPr>
            <a:cxnSpLocks/>
          </p:cNvCxnSpPr>
          <p:nvPr/>
        </p:nvCxnSpPr>
        <p:spPr>
          <a:xfrm flipV="1">
            <a:off x="5329817" y="2163618"/>
            <a:ext cx="0" cy="655782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66E57B-B718-16AC-4407-1D6A60F25115}"/>
              </a:ext>
            </a:extLst>
          </p:cNvPr>
          <p:cNvCxnSpPr>
            <a:cxnSpLocks/>
          </p:cNvCxnSpPr>
          <p:nvPr/>
        </p:nvCxnSpPr>
        <p:spPr>
          <a:xfrm flipV="1">
            <a:off x="5643422" y="2002035"/>
            <a:ext cx="2364505" cy="1110030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AF9172-4878-A7B6-66F1-018171E2DF89}"/>
              </a:ext>
            </a:extLst>
          </p:cNvPr>
          <p:cNvCxnSpPr>
            <a:cxnSpLocks/>
          </p:cNvCxnSpPr>
          <p:nvPr/>
        </p:nvCxnSpPr>
        <p:spPr>
          <a:xfrm>
            <a:off x="5615712" y="1847379"/>
            <a:ext cx="879188" cy="0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BC8AD4-F4C2-0151-4ED1-F627AE7FF3B2}"/>
              </a:ext>
            </a:extLst>
          </p:cNvPr>
          <p:cNvSpPr txBox="1"/>
          <p:nvPr/>
        </p:nvSpPr>
        <p:spPr>
          <a:xfrm>
            <a:off x="8087308" y="1517286"/>
            <a:ext cx="571790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 7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AC50B7-B467-96CA-D96D-895F784F0D9A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208982" y="1840452"/>
            <a:ext cx="878326" cy="13854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C4F714-523A-B527-4A4A-2DB19BE65DCA}"/>
              </a:ext>
            </a:extLst>
          </p:cNvPr>
          <p:cNvCxnSpPr>
            <a:cxnSpLocks/>
          </p:cNvCxnSpPr>
          <p:nvPr/>
        </p:nvCxnSpPr>
        <p:spPr>
          <a:xfrm flipV="1">
            <a:off x="5639237" y="2177471"/>
            <a:ext cx="2627308" cy="2286541"/>
          </a:xfrm>
          <a:prstGeom prst="straightConnector1">
            <a:avLst/>
          </a:prstGeom>
          <a:ln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1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Ellner</dc:creator>
  <cp:lastModifiedBy>Stephen Ellner</cp:lastModifiedBy>
  <cp:revision>2</cp:revision>
  <dcterms:created xsi:type="dcterms:W3CDTF">2026-01-22T17:31:51Z</dcterms:created>
  <dcterms:modified xsi:type="dcterms:W3CDTF">2026-01-22T17:42:28Z</dcterms:modified>
</cp:coreProperties>
</file>